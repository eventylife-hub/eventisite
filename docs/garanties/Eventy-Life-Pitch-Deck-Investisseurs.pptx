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EVENTY LIFE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voyage de groupe où tu n'as rien à gérer, tout à vivre.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532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INVESTISSEURS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200-300 K€ · Série A 500 K€ — 1 M€ · Sortie 5-7 ans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Eventy — Président, Fondateur · 30 avril 2026 · eventylife.fr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voyage de groupe organisé est un marché fragmenté, opaque, qui maltraite à la fois ses voyageurs et ses indépendants.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4572000"/>
          </a:xfrm>
          <a:prstGeom prst="rect">
            <a:avLst/>
          </a:prstGeom>
          <a:solidFill>
            <a:srgbClr val="D5E8F0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VOYAGEURS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291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Marges agence opaques 15-25 %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optionnelle, payante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complexe (cagnotte, gestion)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accompagnement humain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Promesses non tenues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657600" cy="4572000"/>
          </a:xfrm>
          <a:prstGeom prst="rect">
            <a:avLst/>
          </a:prstGeom>
          <a:solidFill>
            <a:srgbClr val="D5E8F0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INDÉPENDANTS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2148840"/>
            <a:ext cx="3291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plateforme, pas de garantie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d'assurance professionnelle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paiement sécurisé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visibilité ni d'outils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 qui ne peuvent pas vivre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657600" cy="4572000"/>
          </a:xfrm>
          <a:prstGeom prst="rect">
            <a:avLst/>
          </a:prstGeom>
          <a:solidFill>
            <a:srgbClr val="D5E8F0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ACTEURS LOCAUX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2148840"/>
            <a:ext cx="3291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prélèvent 22 % de commission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à l'arrêt après crises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vides en semaine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 familiaux étouffés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captée hors 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EVENTY LIFE — Confidentiel · </a:t>
            </a:r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française qui fait tourner la valeur entre voyageurs, indépendants et acteurs locaux — au lieu de l'extraire.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0" cy="4572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11,1 %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MARGE BRUTE OPÉRÉE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6,8 % redistribués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indépendants français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4960" y="1645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distribué :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 HT vendeur · 3 pts créateur · marge socle Eventy 8 % sur HRA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4960" y="2377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Sérénité INCLUS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tous les voyages : assurance annulation, rapatriement, médical, ligne 24/7.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0" y="3200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Accompagnateur humain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 du premier au dernier kilomètre — porte-à-porte.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40233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 prix radicale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décomposition publique sur chaque fiche voyage eventylife.fr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48463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réglementaire native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Code Tourisme, directive UE 2015/2302, RGPD, garantie APST 1,6 M€.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EVENTY LIFE — Confidentiel · </a:t>
            </a:r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: le tourisme français, secteur stratégique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 du PIB, 1ère destination touristique mondiale, segment voyage de groupe en croissance.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2194560"/>
          </a:xfrm>
          <a:prstGeom prst="rect">
            <a:avLst/>
          </a:prstGeom>
          <a:solidFill>
            <a:srgbClr val="FFF8EE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Md€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TOURISME FRANÇAIS / 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 du PIB national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94960" cy="2194560"/>
          </a:xfrm>
          <a:prstGeom prst="rect">
            <a:avLst/>
          </a:prstGeom>
          <a:solidFill>
            <a:srgbClr val="FFF8EE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7373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M+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6217920" y="2743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EMPLOIS DIRECTS ET INDIRECTS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31546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tourisme français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394960" cy="2194560"/>
          </a:xfrm>
          <a:prstGeom prst="rect">
            <a:avLst/>
          </a:prstGeom>
          <a:solidFill>
            <a:srgbClr val="FFF8EE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233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Md€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640080" y="5029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DE GROUPE EN FRANCE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4406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direct cible Eventy, fragmenté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5394960" cy="2194560"/>
          </a:xfrm>
          <a:prstGeom prst="rect">
            <a:avLst/>
          </a:prstGeom>
          <a:solidFill>
            <a:srgbClr val="FFF8EE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40233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à 8 %/an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6217920" y="5029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SEGMENT POST-2020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54406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rebond + recherche de lien social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EVENTY LIFE — Confidentiel · </a:t>
            </a:r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 : architecture distribuée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100 € voyageur, 88,9 € retournent à l'économie réelle. Eventy garde ≈ 4,3 % avant charges.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02336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  <a:gridCol w="3749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Rémunération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 voyage 30 400 €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EVENTY (plateforme + opérateur)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 socle ≈ 8 % sur HRA refacturé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1 459 € avant créateur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VENDEUR (toute personne qui place un voyage)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 HT du CA voyage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1 520 €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CRÉATEUR de voyage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+ 3 points sur HRA refacturé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547 €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HRA — hôtels, restaurants, activités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 négocié + possibilité « vendeur 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selon prestations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VOYAGEUR final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Paie 800 € TTC tout compris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30 400 € sur 38 voyageurs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Redistribution aux indépendants français : 6,8 % du CA · Aucun euro extra-européen · TVA marge tourisme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EVENTY LIFE — Confidentiel · </a:t>
            </a:r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: plateforme propriétaire mature, auto-financée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Eventy n'attend pas une levée pour exister — la R&amp;D est faite.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017520" y="1600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code (frontend + backend)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017520" y="2514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backend NestJS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3 300+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017520" y="3429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 CI/CD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017520" y="4343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portails distincts (admin, pro, client, équipe…)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017520" y="5257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auto-financement R&amp;D pré-lancement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0" y="1463040"/>
            <a:ext cx="4297680" cy="4572000"/>
          </a:xfrm>
          <a:prstGeom prst="rect">
            <a:avLst/>
          </a:prstGeom>
          <a:solidFill>
            <a:srgbClr val="FFF8EE"/>
          </a:solidFill>
          <a:ln w="19050">
            <a:solidFill>
              <a:srgbClr val="E877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1554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8080" y="2011680"/>
            <a:ext cx="4023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14, React, TypeScript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10, Prisma, PostgreSQL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Connect (PCI-DSS)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Scaleway France + Vercel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+ tests automatisés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1.3, 2FA, RGPD natif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 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métriques, traces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EVENTY LIFE — Confidentiel · </a:t>
            </a:r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: France · Europe · Charter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organique séquencée, pas de pari technologique risqué.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10515600" cy="0"/>
          </a:xfrm>
          <a:prstGeom prst="line">
            <a:avLst/>
          </a:prstGeom>
          <a:noFill/>
          <a:ln w="50800">
            <a:solidFill>
              <a:srgbClr val="E877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3383280"/>
            <a:ext cx="548640" cy="548640"/>
          </a:xfrm>
          <a:prstGeom prst="ellipse">
            <a:avLst/>
          </a:prstGeom>
          <a:solidFill>
            <a:srgbClr val="E8772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An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voyages/sem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+ 12 destinations Europe Sud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3383280"/>
            <a:ext cx="548640" cy="548640"/>
          </a:xfrm>
          <a:prstGeom prst="ellipse">
            <a:avLst/>
          </a:prstGeom>
          <a:solidFill>
            <a:srgbClr val="E8772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An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1752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CROISIÈRE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41148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voyages/sem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M€ CA · 322 K€ net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383280"/>
            <a:ext cx="548640" cy="548640"/>
          </a:xfrm>
          <a:prstGeom prst="ellipse">
            <a:avLst/>
          </a:prstGeom>
          <a:solidFill>
            <a:srgbClr val="E8772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496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41148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100-200 voyages/sem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Europe Centrale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M€ CA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12480" y="3383280"/>
            <a:ext cx="548640" cy="548640"/>
          </a:xfrm>
          <a:prstGeom prst="ellipse">
            <a:avLst/>
          </a:prstGeom>
          <a:solidFill>
            <a:srgbClr val="E8772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A320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0" y="41148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aérienne maîtrisée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Grèce, Croatie, Tunisie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M€ CA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789920" y="3383280"/>
            <a:ext cx="548640" cy="548640"/>
          </a:xfrm>
          <a:prstGeom prst="ellipse">
            <a:avLst/>
          </a:prstGeom>
          <a:solidFill>
            <a:srgbClr val="E8772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4984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4984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149840" y="41148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complète 25+ destinations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M€ CA · 6,3 M€ net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EVENTY LIFE — Confidentiel · </a:t>
            </a:r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financières — 5 ans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dès l'An 1. Pas de course aux pertes. BFR négatif structurel.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4114800"/>
        </p:xfrm>
        <a:graphic>
          <a:graphicData uri="http://schemas.openxmlformats.org/drawingml/2006/table">
            <a:tbl>
              <a:tblPr/>
              <a:tblGrid>
                <a:gridCol w="3657600"/>
                <a:gridCol w="1517904"/>
                <a:gridCol w="1517904"/>
                <a:gridCol w="1517904"/>
                <a:gridCol w="1517904"/>
                <a:gridCol w="151790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 (M€)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Chiffre d'affaires 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Croissance annuelle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+ 400 %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+ 100 %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+ 50 %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+ 33 %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 brute opérée (11,1 %)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Redistribution indépendants (6,8 %)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 nette / 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Trésorerie cumulée fin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ETP internes (fin)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BFR négatif structurel : -33 jours An 1 · -25 jours An 5 · La croissance s'autofinance.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EVENTY LIFE — Confidentiel · </a:t>
            </a:r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 : un positionnement unique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acteur ne combine actuellement les 4 attributs Eventy.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4389120"/>
        </p:xfrm>
        <a:graphic>
          <a:graphicData uri="http://schemas.openxmlformats.org/drawingml/2006/table">
            <a:tbl>
              <a:tblPr/>
              <a:tblGrid>
                <a:gridCol w="4114800"/>
                <a:gridCol w="2194560"/>
                <a:gridCol w="1828800"/>
                <a:gridCol w="164592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Opérateur (resp. plein droit)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 redistributif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Transparence prix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Voyage de groupe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Voyageurs du Monde (premium individuel)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Salaün, Verdié (groupes traditionnels)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TUI / Club Med (généralistes)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OTA (Booking, Expedia)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GetYourGuide / marketplaces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EVENTY LIFE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EVENTY LIFE — Confidentiel · </a:t>
            </a:r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: un fondateur engagé, une équipe qui se construit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ETP fin An 1 → 35 ETP An 5 · 1 600 indépendants actifs An 5 (créateurs + vendeurs).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029200" cy="4572000"/>
          </a:xfrm>
          <a:prstGeom prst="rect">
            <a:avLst/>
          </a:prstGeom>
          <a:solidFill>
            <a:srgbClr val="FFF8EE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EVENTY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Président, Fondateur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 autodidacte</a:t>
            </a:r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Concepteur de la plateforme propriétaire (1 M+ lignes)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Auto-financement R&amp;D pré-lancement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Engagement personnel : capital + contre-garantie 10 K€ APST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Vision profondément humaine — voyageur, indépendants, partenaires français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Disponibilité totale temps plein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1554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RECRUTEMENT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2011680"/>
          <a:ext cx="5760720" cy="4023360"/>
        </p:xfrm>
        <a:graphic>
          <a:graphicData uri="http://schemas.openxmlformats.org/drawingml/2006/table">
            <a:tbl>
              <a:tblPr/>
              <a:tblGrid>
                <a:gridCol w="2468880"/>
                <a:gridCol w="822960"/>
                <a:gridCol w="822960"/>
                <a:gridCol w="822960"/>
                <a:gridCol w="822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Présidence (fondateur)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Resp. opérations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CTO délégué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DAF / finance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/ relation voyageurs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EVENTY LIFE — Confidentiel · </a:t>
            </a:r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de financement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Eventy est auto-financée. La levée est un accélérateur opportuniste, pas une condition de survie.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394960" cy="54864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SEED — T2 An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— 300 K€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Pré-money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6 M€ (cible 5 M€)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6 %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343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angels tourisme + early-stage seed français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709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Recrutement Resp. Op. + CTO · Marketing · Frais juridiques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303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532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T2-T3 An 2026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1554480"/>
            <a:ext cx="539496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554480"/>
            <a:ext cx="539496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5544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A — An 2 (2027/2028)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560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K€ — 1 M€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Pré-money cible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20 M€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 cumulée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 — 18 %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4343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early-stage tourisme + capital-risque français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4709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Europe · Charter A320 · 6-8 ETP supplémentaires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5303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5532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2 An 2026/2027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envisagée 5-7 ans : rachat stratégique opérateur tourisme · PE tourisme · multiple potentiel 8-15× pour investisseur Seed.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EVENTY LIFE — Confidentiel · </a:t>
            </a:r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prolonger l'échange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On ne vend pas des voyages. On réunit des gens. 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0" y="2377440"/>
            <a:ext cx="758952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26060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EVENTY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0" y="31089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Président, Fondateur — Eventy Life SAS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37490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eventylife@gmail.com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0" y="42976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eventylife.fr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0" y="49377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: sur rendez-vous, en présentiel ou en visioconférence · Réponse sous 48 h ouvrées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57607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complète disponible sur demande 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APST 119 pages · Dossier investisseur 15 pages · Résumé exécutif 2 pages · Subventions publiques · Contrats types · CGV · RGPD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Eventy Life — Pitch Deck Investisseurs</dc:title>
  <dc:subject>Présentation aux partenaires Seed et Série A</dc:subject>
  <dc:creator>David Eventy</dc:creator>
  <cp:lastModifiedBy>David Eventy</cp:lastModifiedBy>
  <cp:revision>1</cp:revision>
  <dcterms:created xsi:type="dcterms:W3CDTF">2026-04-30T07:37:57Z</dcterms:created>
  <dcterms:modified xsi:type="dcterms:W3CDTF">2026-04-30T07:37:57Z</dcterms:modified>
</cp:coreProperties>
</file>